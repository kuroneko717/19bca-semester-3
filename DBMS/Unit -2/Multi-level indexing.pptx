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3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9" r:id="rId8"/>
    <p:sldId id="268" r:id="rId9"/>
    <p:sldId id="270" r:id="rId10"/>
    <p:sldId id="271" r:id="rId11"/>
    <p:sldId id="272" r:id="rId12"/>
    <p:sldId id="273" r:id="rId13"/>
    <p:sldId id="274" r:id="rId14"/>
    <p:sldId id="258" r:id="rId15"/>
    <p:sldId id="259" r:id="rId16"/>
    <p:sldId id="262" r:id="rId17"/>
    <p:sldId id="260" r:id="rId18"/>
    <p:sldId id="263" r:id="rId19"/>
    <p:sldId id="26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69" d="100"/>
          <a:sy n="69" d="100"/>
        </p:scale>
        <p:origin x="1416" y="6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6" units="1/cm"/>
          <inkml:channelProperty channel="Y" name="resolution" value="40" units="1/cm"/>
        </inkml:channelProperties>
      </inkml:inkSource>
      <inkml:timestamp xml:id="ts0" timeString="2020-07-20T14:05:47.154"/>
    </inkml:context>
    <inkml:brush xml:id="br0">
      <inkml:brushProperty name="width" value="0.04233" units="cm"/>
      <inkml:brushProperty name="height" value="0.04233" units="cm"/>
      <inkml:brushProperty name="color" value="#FF0000"/>
      <inkml:brushProperty name="fitToCurve" value="1"/>
    </inkml:brush>
  </inkml:definitions>
  <inkml:trace contextRef="#ctx0" brushRef="#br0">74 88,'11'0,"10"0,-4-1,-2-4,-9-2,-1-1,5 6,6 2,5 0,-2 0,-3 0,-1 0,5 0,6 0,-17 0,3 0,0 0,0 0,0 0,0 0,-1 0,10 0,-4 0,14 0,-14 0,2 0,-4 0,-3 0,0 0,0 0,0 0,0 0,-1 0,10 0,-4 0,9 0,-18-1,0-3,-5-4,2 1,3 5,4 2,-1 0,5 0,-7 0,3 0,-1 0,5 0,-7 0,6 0,-6 0,6 0,-6 0,1 5,-10 3,0 3,0-1,0 5,0-7,0 4,0-1,0 0,0 0,0 0,0 0,0 0,0-1,0 5,0-7,0 4,0-2,0 4,0-6,0 7,0-8,-6 8,-2-8,-2 8,10-8,-6 8,-2-7,-2 6,10-6,-6 2,-2-10,-8 0,7 0,-3 5,1 2,-5 3,7-10,-3 0,0 0,1 0,-1 0,0 0,0 0,0 0,0 0,0 0,0 0,0 0,0 0,0 0,0 0,0 0,1 0,-5 0,8 0,-8 0,8 0,-4 0,0 0,0 0,1 0,-5 0,7 0,-3 0,0 0,0 0,1 0,-5 0,7-1,-3-3,0-4,0 2,0 3,1 3,0 0,-5 0,8 0,-8 0,8 0,-8 0,8 0,-8 0,8 0,-8 0,8 0,-8 0,8 0,-2-6,9-1,-4 1,-3 3,-8-3,8-1,-1-8,9 8,0-8,-1 8,-4-1,-3 5,0-1,6-5,2-2,0 0,0 0,0 1,0-5,0 8,0-8,0 7,0-3,0 0,0-3,0 5,5-2,3 0,0 0,-6 1,-1-5,-1 8,5-3,2 9,1-3,-5-4,2 1,3 4,0-1,-6-4,4-1,2 9,8 0,-7-1,3-4,-1-2,5-2,-8 9,8 0,-8 0,8 0,-8 0,8 0,-8 0,7 0,-7 0,8 0,-8 0,8 0,-7 0,3 0,-1 0,5 0,-8 0,8 0,-8 0,8 0,-8 0,8 0,-8 0,8 0,-8 0,4 0,-1 0,5 0,-7 0,3 0,-1 0,5 4,-8 4,8 2,-8-10,8 0,-8 0,8 0,-8 0,8 0,-8 0,3 5,-11 2,5 3,2-10,1 5,-6 2,4 8,2-8,3 8,-11-7,0 6,1-6,3-1,4-4,0 2,-6 3,-7 3,-3-1,-8 5,8-7,1 3,3 0,-1 1,-4-2,-2-3,-1-4,0 1,-1 4,-3-1,-4-4,5 2,8 2,-2 0,-9-5,-1-1,4-1,3 0,0 0,0 0,-1-1,-7-3,-9-4,2 1,10 5,4 2,1-1,0-3,0-4,0 1,0 4,0-2,1-2,-4-2,7 9,-2-6,9-2,-4-3,-3 0,0 0,6 0,2-3,0 5,5-2,4 0,3 0,0 0,-1 0,1 1,0 2,1 5,3-1,5-4,-2 1,-3 5,0 2,5 0,-2 0,-4 0,-3 0,0 0,4 0,5 0,-2 5,-4 2,-3 1,-1-7,5 5,-8 1,8 8,-8-7,3 6,-11-6,0 7,-2-7,-7 3,-9 0,-1 0,3 1,-5 3,-8 3,2-4,8-8,-7-2,-11 4,3-1,13-6,4-4,-4-5,2 1,5 4,6-2,5-2,-1 0,-4 4,0-2,5-3,-2-3,-3 1,-2-5,10 6,5-2,4 0,3 0,0 1,-1 3,2 4,3-2,6-2,1-1,1 7,-5 1,-3 0,6 0,7 0,-4 0,-7 0,-6 4,-1 4,5 6,-8-6,3 7,-12-7,-4 3,-4 0,-3 0,-1 0,-3 0,-5 0,3 1,2-1,-5 0,-8-1,-12 0,24-10,-3-5,20-3,0-7,0 7,0-3,0 0,5 0,5 0,6 0,5-1,-2 1,-3 1,0 3,4 5,11 2,-14 0,2 0,-5 0,-6 5,-6 2,-7 3,-4-10,-3 5,-1 3,-7 3,-10-1,-1-2,4-6,3-2,2 0,-5 0,19 0,3 0,14 0,3-5,0-3,0-3,1-1,3 1,4 1,6-5,-18 8,-8 2,-18 13,-1-1,4-4,3 2,-1 3,-3 3,-4-1,-6 10,18-5,3 9,14-16,3-1,1-5,3-1,5-2,-2-4,-4-2,-3 0,0 4,0-2,0-2,0-1,-1 5,-3-6,-7-6,-5 1,-5 8,-3 2,0-5,0-2,-2 1,-6 3,-9 5,2 2,10 0,4 0,0 0,-2 4,-5 4,-6 11,18-2,0 0,7-3,5-3,4 0,0 1,-4-1,5 0,10-1,3-3,2-5,0-1,-1-2,-8-3,-9-4,-1 1,4 3,3-4,-1-8,0-13,-12 14,-4 1,-5 7,-6-1,-5-8,2 2,4 9,-2 0,-4-2,2-1,5 7,2 5,0 4,0-1,1-5,-5 8,8 7,0 0,6-2,2 0,0 3,0 6,0-15,5 2,4-1,3-3,1-6,3-4,6-5,0 1,2 3,-5-4,-4-8,-3 2,-1 9,-3 0,-5-3,2-3,3-1,0 1,-7 0,-5 0,-4 0,1 0,3 1,-1 2,-3 6,0-3,5-2,-2-1,-4 6,-3 2,0 0,0 5,1 3,3 3,5 1,-1 3,-5 5,-3-3,1-2,3 0,6 4,2-1,0-5,5-3,4-10,3 0,1 0,2 0,5-1,-5-4,-9-2,-1 0,3 4,0-2,-5-3,2-3,3 0,0 0,-7-1,-5 1,-5 0,-3 0,0 1,0 3,-1 4,-3-2,-4-2,1-1,4 7,-2 5,-3 4,-6 6,17-5,-3 2,1 1,3 3,6 4,2-1,0-5,0-1,0-1,5 0,3-1,13 0,-3-10,1 0,-3-1,0-3,5-5,-3-2,-3 0,-3 0,0 0,0 0,-1 1,0-10,-11 3,0 0,-1 3,-4 3,-3 1,-13 1,4 9,-13 0,13 0,-9 9,18 7,0 2,5-3,-2 0,-3 5,0 1,6 1,2-4,0-5,5-6,3-4,0 2,-5 2,2 0,3-6,0-4,-4-6,5-2,8 1,8-5,-17 7,0-3,-6 0,-1 0,-2 0,-4 0,-3-1,0 1,5 0,-1 0,-5 0,-3 0,-1 1,-3 2,-4 7,-6 1,17 0,-3 4,1 4,3 4,5 0,-2 2,-3 5,-2 10,10-13,0 2,0-4,5-3,3-1,8 0,-6-10,6 0,5-1,-2-3,-3-5,6-2,7 0,-4 0,-8-2,-4-6,-2-7,-3 1,-6 8,-1 1,-1-2,-6-6,-4 16,-6 1,-5 5,2 2,5 0,-3 0,-4 0,2 5,4 4,3 6,0 4,0-1,0-3,0-1,1 7,3 0,6 1,2 0,0 1,5-6,3-3,0-3,-5-1,2-2,3-6,0 3,-4 2,5 1,9-6,1-1,-3-2,0-4,5-3,-3-3,-3-1,-3-3,-1-5,-3 3,-6 3,-1 3,-1 0,0 0,-1 1,-4 2,-4 5,-3-1,0-4,1 1,-1 5,0 2,0 0,0 0,0 0,0 5,1 2,-5 13,8-4,0 2,6-4,2-3,0 0,0 0,0 0,5 0,4-1,3-2,0-6,0 3,2 2,7-5,8-6,-4-3,-7 3,-1-5,3-6,6-14,-17 12,3 0,-1 3,-3 3,-7 0,-5 0,-4 0,-8 2,8 9,-8 0,7 0,-3 0,1 0,3 5,5 2,-2 1,-2-6,4 3,9 3,1 3,-5 0,4 3,3-6,3-1,1-5,3-1,5-1,-2 0,-3-1,0-4,4-2,5-8,-17 7,0-3,-6 1,-1-10,-1 4,-6-8,-3 17,-3 0,-1 6,-7 4,-9 6,2 2,9 0,1 0,-3 0,5 0,9 0,1 0,-3 0,0 1,6-1,2 0,1 0,8 0,9-1,1-3,-3-5,0-1,6-1,1 0,1-1,0-3,-1-5,-4-2,-5 1,2-5,-8 8,8-8,-8 7,-6-3,-8 1,-6 2,0 6,0 2,-1 0,-3 0,-5 0,3 0,3 1,3 8,1 7,4 2,4-4,3-3,0 1,0 3,0 3,5 6,4-16,3 3,1 0,3-4,4-5,-1-1,-3-3,0-6,4-8,6-8,-17 16,3-4,-1 1,-3 0,-6-1,-1-3,-1-3,-11-6,-7 17,-1-1,5 6,1 2,1 0,0 5,1 2,-5 13,8-4,1 2,4-3,3 0,0 3,5 6,4-17,3 1,1-7,3-5,6-3,1 0,1 3,0-5,-1-6,3-9,-19 15,1-2,-6 0,-1 0,-2 0,-4 0,-3 1,-12-5,2 7,-1 1,4 6,-2 5,-3 3,-6 8,18-6,1 6,4 4,3-1,1-3,3 0,4 3,13 6,-3-17,1 1,-3-7,0-5,5-3,-2 0,-5 4,-2-2,-1-3,-3-4,-5 1,2 0,3 0,0 0,-6 0,-1 0,-1 0,0 0,0 0,0 0,0 0,0 7,0 12,0 3,0-1,0 5,1-7,3-1,4-5,8-1,-7-1,6-6,-6-2,-2-3,-5 1,4 0,3 9,-2-3,-5-3,-1 5,-2 7,-4 6,-4 1,-3 3,1 4,4-1,3-4,-1-3,-3 0,1 0,3-1,-1-2,-3-6,-8-12,8-6,1-2,4 4,3 3,1 0,3 0,4 1,8 0,-8 10,0 5,-6 3,-1 4,-1-1,0 0,0 0,0 0,0-1,0 5,-2-7,-7 3,-10 0,-4 0,-3 1,-6-1,-9-1,3-3,7-5,-3-1,-6-1,7 0,12 0,4 0,-4 0,2 0,4 0,3 0,0 0,0 0,0 0,0 0,0 0,1 0,0 0,-5 0,8 0,3 0,16 0,10 0,7 0,3 0,-2 0,4 0,7 0,-6 0,-13 0,1 0,7 0,-3 0,-8 0,-6 0,0 0,0 0,0-1,0-4,0-2,0 1,-1 3,5 3,-9 0,9-6,-8-1,8-8,-8 8,3-8,-10 8,3-1,4 5,0-1,-6-5,-1-2,0 1,3 3,5 4,-2-2,-5-3,-7-3,-3 0,1 0,4 1,-3-5,-2 7,-8-6,7 6,-3 1,0 5,0 2,-1-1,-2-4,-6-2,2 0,3 5,-5 2,-8 0,2 0,8 0,-2 0,-8 0,-2 0,5 0,6 0,5 0,-2 0,-3 0,-11 0,14 0,-8 4,16 4,-3-1,1-4,3 2,5 2,-2 0,-3-4,0 2,5 4,-2 6,-3 4,0-1,7-3,5-1,5 6,3-3,1-3,3-3,5 0,-3 0,-1 0,9-4,11-5,-3-1,-11-2,3-4,11-3,-4-3,-13 1,-7 3,0 3,3-5,5-7,-2-2,-4 4,-3-2,-1-3,-3 1,-6 5,-7-3,-3-4,1 3,2 3,-4 3,-10 0,-4 0,-1 1,0 2,-4 7,-12 5,-18 3,4 1,17-5,-1 6,-11 7,3 2,15-3,6 0,2 4,3-1,5-4,4 1,0 5,3-3,6-3,2-3,0 0,5 0,3 0,0 0,-4 1,4-1,11-1,4-3,3-6,7-5,8-3,-2 1,-9 1,3-3,7-9,-6-1,-13 5,-4-3,4-4,-2 3,-5 4,1-6,-7 2,0-1,-6 4,-7-1,-3-4,-8-5,8 16,-4-3,-2 1,-6 2,-9 6,2 2,9 0,1 0,-4 0,2 5,4 2,4 1,-1-5,0 1,0 4,0 4,0 0,0 2,1 7,3 0,6 1,2 0,0 1,0-6,0-3,5-3,4 0,3 0,0 0,0 0,2 0,7-4,7-6,-2-5,-7-4,3-3,6 0,-6 0,-12-1,-1-3,8-5,-2 3,-10 3,-4-2,-1-3,0 1,-1 4,-4 3,-4-1,-3-2,1-5,-15-5,-1 17,1-1,8 6,1 2,-3 0,-10 5,13 3,2 3,9 0,1 1,-4 0,-3 2,1 6,3-3,7-2,5 0,4 4,0-1,-6-5,4 2,4-8,6 0,5-6,-3-4,-3-6,-3-2,0 0,0 0,0 0,0 0,-1-1,-3-3,-6-3,-1-6,-1 15,0-2,-2 1,-7 3,-9 5,-1 2,3 0,-5 0,-7 0,1 4,9 5,1 2,-3-1,-6 5,18-6,0 6,6 4,2-1,0-4,5-3,3 0,0 0,-5-1,2-3,4-5,3-1,0-1,0 0,0 0,0 0,-1-1,-3-3,-5-5,2-2,3 0,0 0,-7-1,0-3,-2-3,-3 4,-5 8,-3 2,0-4,0 1,0 4,0-1,0-4,0 1,0 6,0 5,0 3,0 0,1-4,3 2,5 4,-2 6,-3 4,0-1,5-4,-2-3,-3 0,1 0,5 0,2 0,0-1,0 5,0-8,0-5,0-6,0-16,0 4,0-2,0 4,0 3,0 1,0-5,0 7,0-3,0 0,0 0,0-1,5 1,2 0,1 0,-5 0,2 0,4 1,3 2,0 6,0-3,0-3,0-3,0 0,0 4,0 4,0-1,0-4,0 1,1 4,3-2,4-2,-1 0,-3 5,0 2,5 0,-2 0,-3 0,0 4,5 4,-2-1,-4-5,-3-1,-1-1,1 0,0 0,0 0,0 0,0 0,-1 0,5 0,-8 0,8 0,-8 0,-8 0,-18 0,-1 0,4 0,-2 0,-4 0,2 0,4 0,-6 5,-8 2,2 0,9-4,1 2,-4 3,2 3,4-1,3-2,-1-5,-2 6,-5 7,-11 12,14-11,2 0,10-2,5 6,0 5,0-2,0-7,0-1,0 3,5-1,4-5,3-6,1-4,3 1,6 4,0-1,2-6,0-5,0-3,-5 1,-3 1,0-3,5-9,-2-1,-4 4,-3-6,-1-8,-4 0,-5 3,-1 3,-2 0,-4 4,-2 4,0 3,1 0,-7 0,-14 1,1 2,7 7,-2 5,-8 3,2 1,9-5,2 1,-4 4,5 4,9-1,1 0,-3 0,0 0,6 0,2 0,0 0,0 0,0 0,5-1,3-10,13 0,-4-1,-2-4,-9-2,3-1,8 6,-2-3,-10-2,-4-8,-1 7,-6-1,-3 9,-3 0,1 0,1-5,10-4,5-2,4 1,3 3,-1 4,-3-2,-5-2,2-1,3 6,0-3,-6-2,4 2,2 12,13 4,-2-11,4 0,1 0,0 0,-1 0,1 4,0 4,-5-1,-4-5,-3-1,-1-1,0 4,-11 5,0 2,-1 1,-4 3,-4 4,-3-1,-1-4,-3 1,-4 5,5-3,9-3,1-3,-3-1,-2 5,10-8,0-2,0-12,5 0,5 3,6-5,5-7,-2-2,-4 4,-3 3,1 0,3 0,5 1,-2 2,-4 6,-3-3,-2-2,6-3,-8 10,3 5,-11 2,5 3,3-10,8 0,-8 0,0-5,-6-2,4-3,3 9,-2-3,-5-4,-1-6,-1 6,0-7,0 8,0-8,0 8,-6-8,-2 8,-8-3,7 9,-3-3,1-4,-5-1,7 9,-3 0,1 0,-9 0,3 0,-14-5,14-3,-9-1,17 9,-3 0,0 0,0 0,0 0,0 5,0 2,0 0,1-5,-1-1,0-1,0 0,-1 0,-3 5,-5 2,2 1,4-7,3 0,1-1,-5 0,8 0,3 0,14 0,3 0,0 0,0 0,1 0,3 0,5 0,-2 0,-4 0,-3 0,1 0,3 0,4 0,-1 0,-4 0,-3 0,-1 0,5 0,-7 0,3 0,0-1,0-3,-1-4,5-1,-8 9,8 0,-8 0,8 0,-8 0,4 0,-1 0,5 0,-8 0,3 5,-11 2,5 3,3-10,0 5,-6 3,-1 3,-1 0,5 3,4-6,1 7,-10-8,0 8,-1-8,-4 1,-3-6,1 3,4 3,3 3,0 0,0 3,-1-6,-4-1,-3-4,1 1,4 4,3 7,-1-8,-4 0,-3-5,-8 4,7 1,-3 1,1-6,-4 3,7 2,-8 4,8-11,3 0,13 0,8-6,-7-2,3-3,-1 0,1-1,-1 1,-3 0,-5 0,2 0,3 0,0 0,-6 0,-1 0,0 1,3 2,4 5,0-1,-6-5,-1-2,-1 1,-6-5,-2 8,-2-8,10 8,-6-8,-3 8,-3-1,-1 6,-8 2,-8 0,-2 0,5 0,6 0,5 0,-2 5,-4 2,2 1,4-5,3 1,2 4,-6 6,7-6,-3-1,1-5,6-1,14-1,3 0,0 0,0 0,1 0,8 0,8 0,-3 0,-8-1,-1-4,4-2,-2 0,-5 5,7 6,-4 4,8 2,-17-10,0 5,-5 2,2 0,3-5,8 4,-8 1,3 8,-11-8,0 8,0-7,-6 6,-2-6,-2 6,9-6,-4-1,-3-4,1 2,3 2,-1 0,-4-4,-3 2,-1 2,-2 1,-6-6,-3 3,0 2,0 1,1-6,3-1,5-1,3 4,0 4,0-1,-1-5,-7-1,-9-2,2-4,9-2,1 0,-4 4,2-2,4-3,-2-3,-3 1,1 2,5 5,6-1,5-4,-2 1,-3 5,-2-3,10-3,5 1,6 3,10-4,8-8,-4 2,-5 9,6 0,11-2,-3-1,-12 5,0-1,6-4,-2 1,-8 5,-6 2,0-1,0-3,0-4,0 1,0 5,0 2,0 0,0 0,-1 0,5 0,-8-1,0-4,-5-2,2 0,2 5,9 2,-8 0,3 4,-11 4,-6 2,-2-10,1 5,4 2,3-2,1-13,3 1,4 5,8 2,-8 0,8 0,-8 0,3 5,-11 2,0 8,0-8,5 8,4-8,1 8,-10-7,0 4,0-1,0 0,0-1,-6 5,-2-8,-2 8,10-8,0 8,0-8,0-5,0-6,5-11,4 6,-2-6,-5-5,-1 3,-1 4,5-2,4 8,1-8,-10 8,0 2,0 13,0 3,0 0,0 1,1-2,3-3,5-4,-2 1,-5 5,-1 2,-2-1,-4-3,-3-4,1 2,4 2,-3 8,-3-7,-3 3,0 0,0-4,0-4,0 1,1 4,-10 2,4-10,3 5,7 2,-7 0,-13-5,1-1,8-1,1 0,-4 0,2 0,4-1,-2-3,-4-4,3 2,3 3,3 3,0 0,0 0,-1-1,-3-4,-5-2,2 1,4 3,3 3,0 0,0 0,1-1,3-4,5-2,-1 0,-5 5,-3 2,1 0,-5 0,8 0,-8 0,8 0,-8 0,8 0,-8 0,8 0,-2-6,9-1,-4 0,-3 4,-8-2,8-3,0-4,6 1,2 0,0 0,5 0,3 0,0 0,-6 0,-1 0,-1 0,5 0,3-1,0 1,-6 1,4-5,3 7,3-3,-1 1,5-5,-7 8,3-1,0 5,0-1,0-4,0 1,0 5,-1 2,1 0,0 0,0-1,0-3,0-4,0 1,0 5,0 2,0 0,0 0,1 0,3 0,4 0,6 0,-18 0,4 0,0 0,0 0,0 0,0 0,0 0,0 0,-1 0,5 0,-7 0,3 0,0 0,0 5,-1 2,5 3,-7-10,3 0,-2 0,6 0,-8 0,8 0,-7 0,3 5,-1 2,5 3,-7-10,6 0,-6 0,6 0,-6 0,-2 5,-5 2,-1 8,-1-7,0 4,0-1,0 0,0-1,0 5,-1-8,-4 1,-3-6,1 3,4 2,3 8,0-7,-6 6,-2-5,1 2,3-1,-1-3,-3-4,1 2,3 3,-1 3,-4-1,-3-2,0-6,0 3,1 2,-10 8,5-7,-15 2,13-10,-1 0,4 0,-2 0,-4 0,2 4,3 4,-5-1,-7-6,1-5,8-3,-2 1,-8 3,2 3,9 0,1 0,-3-1,5-4,9-2,2 0,-5 4,-3-2,0-3,0-3,1 1,-5-5,8 7,-8-6,8 6,-2-7,10 7,0-3,0 0,0 0,0 0,0 0,0-1,5 1,3 0,0 0,-4 0,5 0,8 1,14-5,-13 7,0-3,-2 0,0 4,5 5,-2 2,-4 0,-3 0,0 0,0 0,1 0,3 0,4 0,11 0,-14 0,2 0,-4 0,-3 0,0 0,0 0,0 0,0 0,0 0,0 0,0 0,0 5,-1 2,5 3,-8-10,8 0,-8 0,4 0,-1 0,5 0,-8 0,0 5,-7 3,-10 3,-9 0,-1 1,3-2,-4-3,-9-4,2 2,10 2,4 0,2-5,-5-1,9-1,4 0,9 0,9 0,-7 0,8-5,-7-3,3 1,0 5,0 2,-1-1,-3-4,-5-2,2 0,3 5,8 2,-8 0,4 0,-1 0,5 0,-8 0,8 0,-8 0,3 4,-11 4,5 2,4-10,1 5,-10 2,0-2,0-13,-6-7,-2 8,-8-2,8 9,-8 4,8 4,-8 2,8-10,-13 0,4-1,-2-4,4-2,-2 0,-4 5,2 2,4 0,-2 0,-3 0,-11 0,14 0,-8-6,16-1,-3-1,-1 7,-3 1,-5 0,2 0,4 0,-2 0,-3 0,-6 0,17 0,-2 0,-1 0,0 0,1 0,-5 0,8 0,0 4,5 4,-2-1,-3-5,-8 3,7 3,-3-1,1-5,-5 4,8 2,0 3,6-1,-4 5,-2-8,-2 8,10-7,0 6,0-6,0 6,0-6,5-1,3-4,0 2,-5 2,2 0,4-4,3 2,-1 2,5 3,-7-10,3 0,1 0,3 5,5 2,-2 1,-3-5,-1 1,5 4,11 2,-13-10,1 0,-4-1,-3-4,0-2,0 0,1 5,3 2,5 0,-3 0,-2-1,0-4,5-2,-2 0,-4 4,-3-2,0-2,0-1,1 5,3-1,4-4,6-6,-18 5,4-2,-1 1,5-5,-8 7,0-3,-6 1,-1-10,-1 4,-6-8,-2 17,-18-2,0 9,-5 0,4 0,3 4,1 4,3-1,6-5,-2 4,8 1,3 8,14-8,3 1,1-8,3-3,5-5,-2 1,-4 5,-3 2,0 0,0 0,-1 0,5-5,-9-3,9-1,-8 8,0-4,-6-2,4-2,2 9,8 4,-8 4,8 2,-7-10,1 5,-10 2,0 8,-1-7,-4 3,-4 0,-3 0,0 0,0 1,1-2,-5 4,7-6,-3-1,-1-3,-2 4,-6 8,2-2,4-9,-2 0,-4 2,2 1,4-5,3 1,1 4,-10 2,4-10,-13 4,13 4,-14 2,14-10,-14-6,13-1,-1 1,4 3,3 3,1 0,-4-6,6-1,-3 0,1 4,3-2,5-2,-2 0,-3 4,-8-2,7-2,-3-1,1 5,3-1,5-4,-2 1,-3 4,0-1,6-5,2-2,0 1,0-5,0 7,0-3,0 1,5 2,4 4,3-4,-1-8,10-8,-3 16,1-3,-3 0,0 0,4 1,-1 2,-4 6,-3 2,0 0,0 0,0-1,0-3,0-4,0 1,0 5,0 2,0 0,0 0,1 0,3 0,4 0,-1 0,-4 0,-3 0,-1 0,10 5,-3 2,1 1,-5-7,2 0,-7-1,3 0,-1 0,5 0,-9 0,9 0,-8 0,3 5,-11 2,0 8,0-7,-6 6,-3-5,-3 2,-1 1,-2 3,-6 4,-3-1,-1-5,-3-1,-5-1,2 0,3-1,1-3,-6-4,2 2,4 2,3 0,2-5,-10-6,15-4,-2 1,4 4,3-1,0-4,0 1,0 4,0-2,0-3,0-3,0 0,0 0,1 1,1-5,10 7,5 1,3 4,0-1,-4-5,5-2,9 1,1 3,-3 4,6-2,7-3,1-3,-3 1,-3 2,0 6,-5 2,-3 0,0 0,5 0,-2 0,-3 0,0 0,4 0,-1 0,-4 0,-3 0,0 0,0 0,0 0,0 0,-1 0,5 0,-8 0,8 0,-7 0,3 0,-1 0,5 0,-9 0,9 0,-8 0,8 0,-8 0,8 0,-8 0,3 5,-11 2,0 8,0-7,0 6,0-5,0 2,0 0,0 0,0-1,0 5,0-8,0-2,0-12,0-8,0 6,0-2,0 1,0-5,0 8,0-8,0 8,0-8,0 8,-6-3,-2 10,-8 0,8-1,1-3,4-4,-3-1,-2 9,-8 0,8 0,-12 0,3 0,-9-5,17-3,-3 1,0 5,0 2,0 0,0 0,0 0,0 0,1 0,-5 0,8 0,-8 0,9 0,-9 0,7 0,-3 5,0 2,0 0,1-5,-5-1,7-1,-3 0,0 0,0 5,1 2,-5 3,7-10,-3 0,0 0,1 0,0 0,-5 5,8 2,-8 4,8-11,-8 0,8 0,-2 4,9 4,-4-1,-3-5,-2 3,9 3,-4-1,-3-5,-2 4,9 1,-4 0,-3-5,-2 4,10 1,0 8,0-8,0 8,0-7,0 6,0-5,0 2,0-1,5-3,3-4,0 2,-5 2,2 0,3-5,3 4,-11 1,5 1,3-6,0 3,-5 2,2 1,3-6,8-1,-8-1,13 4,-4 4,13 2,-11-10,4 0,0-1,-8-4,-9-2,-1 0,5 5,6 2,6 0,1 0,1-1,-6-4,-3-2,-3 0,0 4,0 3,0 0,0 0,0 0,0-5,-1-2,5-3,-7 10,3 0,-1-1,-3-3,-5-4,2 1,3 5,8-3,-9-3,9-1,-8 8,0-4,-6-2,-1-8,-1 8,5-8,3 8,-3-3,-13 10,-2-5,10-3,-6-6,-3 6,-3 1,-1 4,-7-2,-9-3,2-3,10 1,4 2,1 7,0 1,0-1,0-4,0-2,0-1,0 6,0 2,2 0,-6 5,7 2,-3 1,0-5,0 1,0 4,0-1,-1-4,-3 1,-4 4,-6 7,17-8,-3 0,0-4,1 2,0 2,-5 8,8-8,-8 8,8-7,-8 2,8-10,-8 4,8 4,-8 2,8-10,-8 0,8 0,-2-6,9-1,-4 0,-3 5,-2-4,10-1,0-8,0 8,0-8,0 7,5 1,3 4,0-1,-5-4,2 1,3 5,8-4,-8-1,8-8,-8 8,8-2,-8 9,8-6,-7-1,3-1,0 6,0 2,-1 0,4 0,-6-1,3-3,0-4,0 1,-1 5,5 2,-7 0,3 0,0 0,0 0,-1 0,5 0,-8 0,8 0,-7 0,3 0,-1 0,1 0,-1 0,5 0,-8 0,8 0,-8 0,8 0,-7 0,3 0,-1 0,5 0,-8 0,8 0,-8-1,0-3,-6-4,4-1,2 9,8 0,-9 0,9 0,-8 0,8 0,-8 0,8 0,-8 0,8 0,-7 0,6 0,-6 0,6 5,-6 2,1 8,-10-7,0 3,0-1,0 5,0-7,0 6,0-6,0 7,0-8,-6 3,-2-10,-2 5,10 2,-6 8,-2-8,-2 8,9-7,-4-1,-3-5,-2 3,10 3,-6 6,-2-6,-8 2,8-10,1 5,4 2,-3 3,-2-10,-8 5,7 2,-2 1,-1-6,0-2,0 0,0 0,0 0,0 0,0 0,0 0,0 0,0 0,1 0,-5 0,8 0,3 0,14 0,3 0,0 0,0 0,0 0,0 0,-1 0,-3-5,-5-2,2 0,4 4,3 3,0-1,0-3,0-4,0 1,-2 5,6 2,-8-1,0-3,-6-4,4-1,2 8,0-4,-5-2,2 0,3 5,3-4,-10-1,3-1,5 6,1-3,-10-2,5-3,4 9,-2-3,-5-4,-1-6,-1 6,-6-7,-2 8,-8-8,8 8,-8-8,8 8,-8-3,8 10,-2-5,9-3,-4 1,-3 5,-8 2,8 0,-7 0,7 0,-8 0,7 0,-3 0,1 0,-5 0,7 0,-3 0,0 0,0 0,0 0,0 5,0 3,3 1,9-9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6" units="1/cm"/>
          <inkml:channelProperty channel="Y" name="resolution" value="40" units="1/cm"/>
        </inkml:channelProperties>
      </inkml:inkSource>
      <inkml:timestamp xml:id="ts0" timeString="2020-07-20T14:05:47.206"/>
    </inkml:context>
    <inkml:brush xml:id="br0">
      <inkml:brushProperty name="width" value="0.04233" units="cm"/>
      <inkml:brushProperty name="height" value="0.04233" units="cm"/>
      <inkml:brushProperty name="color" value="#FF0000"/>
      <inkml:brushProperty name="fitToCurve" value="1"/>
    </inkml:brush>
  </inkml:definitions>
  <inkml:trace contextRef="#ctx0" brushRef="#br0">105 22,'13'-1,"0"-4,0-2,0 0,-2 5,7 2,-10 0,9 0,-8 0,8 0,-8 0,8 0,-9 0,9 0,-8 0,-4 0,-13 0,-15 0,5 0,-15 5,14 2,-2 0,5-4,-2 2,-4 2,-11 8,14-8,-2 0,5-4,4 2,-1 3,3 1,10-9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508000"/>
            <a:fld id="{B9320F77-B9A0-41C5-862A-B4B631284C64}" type="datetime1">
              <a:rPr lang="en-GB" altLang="en-US" smtClean="0">
                <a:latin typeface="NanumGothic" charset="0"/>
                <a:ea typeface="NanumGothic" charset="0"/>
              </a:rPr>
              <a:pPr defTabSz="508000"/>
              <a:t>23/07/2020</a:t>
            </a:fld>
            <a:endParaRPr lang="ko-KR" altLang="en-US" dirty="0" smtClean="0">
              <a:latin typeface="NanumGothic" charset="0"/>
              <a:ea typeface="NanumGothic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508000"/>
            <a:endParaRPr lang="ko-KR" altLang="en-US" sz="1200" dirty="0" smtClean="0">
              <a:solidFill>
                <a:srgbClr val="898989"/>
              </a:solidFill>
              <a:latin typeface="NanumGothic" charset="0"/>
              <a:ea typeface="NanumGothic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508000"/>
            <a:fld id="{B9320F77-B9A0-41C5-862A-B4B631284C64}" type="slidenum">
              <a:rPr lang="en-US" altLang="ko-KR" sz="1200" smtClean="0">
                <a:solidFill>
                  <a:srgbClr val="898989"/>
                </a:solidFill>
                <a:latin typeface="NanumGothic" charset="0"/>
                <a:ea typeface="NanumGothic" charset="0"/>
              </a:rPr>
              <a:pPr defTabSz="508000"/>
              <a:t>‹#›</a:t>
            </a:fld>
            <a:endParaRPr lang="ko-KR" altLang="en-US" sz="1200" dirty="0" smtClean="0">
              <a:solidFill>
                <a:srgbClr val="898989"/>
              </a:solidFill>
              <a:latin typeface="NanumGothic" charset="0"/>
              <a:ea typeface="NanumGothic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9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08000"/>
            <a:fld id="{B9320F77-B9A0-41C5-862A-B4B631284C64}" type="datetime1">
              <a:rPr lang="en-GB" altLang="en-US" smtClean="0">
                <a:latin typeface="NanumGothic" charset="0"/>
                <a:ea typeface="NanumGothic" charset="0"/>
              </a:rPr>
              <a:pPr defTabSz="508000"/>
              <a:t>23/07/2020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08000"/>
            <a:endParaRPr lang="ko-KR" altLang="en-US" sz="1200" dirty="0" smtClean="0">
              <a:solidFill>
                <a:srgbClr val="898989"/>
              </a:solidFill>
              <a:latin typeface="NanumGothic" charset="0"/>
              <a:ea typeface="NanumGothic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08000"/>
            <a:fld id="{B9320F77-B9A0-41C5-862A-B4B631284C64}" type="slidenum">
              <a:rPr lang="en-US" altLang="ko-KR" sz="1200" smtClean="0">
                <a:solidFill>
                  <a:srgbClr val="898989"/>
                </a:solidFill>
                <a:latin typeface="NanumGothic" charset="0"/>
                <a:ea typeface="NanumGothic" charset="0"/>
              </a:rPr>
              <a:pPr defTabSz="508000"/>
              <a:t>‹#›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30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08000"/>
            <a:fld id="{B9320F77-B9A0-41C5-862A-B4B631284C64}" type="datetime1">
              <a:rPr lang="en-GB" altLang="en-US" smtClean="0">
                <a:latin typeface="NanumGothic" charset="0"/>
                <a:ea typeface="NanumGothic" charset="0"/>
              </a:rPr>
              <a:pPr defTabSz="508000"/>
              <a:t>23/07/2020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08000"/>
            <a:endParaRPr lang="ko-KR" altLang="en-US" sz="1200" dirty="0" smtClean="0">
              <a:solidFill>
                <a:srgbClr val="898989"/>
              </a:solidFill>
              <a:latin typeface="NanumGothic" charset="0"/>
              <a:ea typeface="NanumGothic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08000"/>
            <a:fld id="{B9320F77-B9A0-41C5-862A-B4B631284C64}" type="slidenum">
              <a:rPr lang="en-US" altLang="ko-KR" sz="1200" smtClean="0">
                <a:solidFill>
                  <a:srgbClr val="898989"/>
                </a:solidFill>
                <a:latin typeface="NanumGothic" charset="0"/>
                <a:ea typeface="NanumGothic" charset="0"/>
              </a:rPr>
              <a:pPr defTabSz="508000"/>
              <a:t>‹#›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614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08000"/>
            <a:fld id="{B9320F77-B9A0-41C5-862A-B4B631284C64}" type="datetime1">
              <a:rPr lang="en-GB" altLang="en-US" smtClean="0">
                <a:latin typeface="NanumGothic" charset="0"/>
                <a:ea typeface="NanumGothic" charset="0"/>
              </a:rPr>
              <a:pPr defTabSz="508000"/>
              <a:t>23/07/2020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08000"/>
            <a:endParaRPr lang="ko-KR" altLang="en-US" sz="1200" dirty="0" smtClean="0">
              <a:solidFill>
                <a:srgbClr val="898989"/>
              </a:solidFill>
              <a:latin typeface="NanumGothic" charset="0"/>
              <a:ea typeface="NanumGothic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08000"/>
            <a:fld id="{B9320F77-B9A0-41C5-862A-B4B631284C64}" type="slidenum">
              <a:rPr lang="en-US" altLang="ko-KR" sz="1200" smtClean="0">
                <a:solidFill>
                  <a:srgbClr val="898989"/>
                </a:solidFill>
                <a:latin typeface="NanumGothic" charset="0"/>
                <a:ea typeface="NanumGothic" charset="0"/>
              </a:rPr>
              <a:pPr defTabSz="508000"/>
              <a:t>‹#›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960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08000"/>
            <a:fld id="{B9320F77-B9A0-41C5-862A-B4B631284C64}" type="datetime1">
              <a:rPr lang="en-GB" altLang="en-US" smtClean="0">
                <a:latin typeface="NanumGothic" charset="0"/>
                <a:ea typeface="NanumGothic" charset="0"/>
              </a:rPr>
              <a:pPr defTabSz="508000"/>
              <a:t>23/07/2020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08000"/>
            <a:endParaRPr lang="ko-KR" altLang="en-US" sz="1200" dirty="0" smtClean="0">
              <a:solidFill>
                <a:srgbClr val="898989"/>
              </a:solidFill>
              <a:latin typeface="NanumGothic" charset="0"/>
              <a:ea typeface="NanumGothic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08000"/>
            <a:fld id="{B9320F77-B9A0-41C5-862A-B4B631284C64}" type="slidenum">
              <a:rPr lang="en-US" altLang="ko-KR" sz="1200" smtClean="0">
                <a:solidFill>
                  <a:srgbClr val="898989"/>
                </a:solidFill>
                <a:latin typeface="NanumGothic" charset="0"/>
                <a:ea typeface="NanumGothic" charset="0"/>
              </a:rPr>
              <a:pPr defTabSz="508000"/>
              <a:t>‹#›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116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08000"/>
            <a:fld id="{B9320F77-B9A0-41C5-862A-B4B631284C64}" type="datetime1">
              <a:rPr lang="en-GB" altLang="en-US" smtClean="0">
                <a:latin typeface="NanumGothic" charset="0"/>
                <a:ea typeface="NanumGothic" charset="0"/>
              </a:rPr>
              <a:pPr defTabSz="508000"/>
              <a:t>23/07/2020</a:t>
            </a:fld>
            <a:endParaRPr lang="ko-KR" altLang="en-US" dirty="0" smtClean="0">
              <a:latin typeface="NanumGothic" charset="0"/>
              <a:ea typeface="NanumGothic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08000"/>
            <a:endParaRPr lang="ko-KR" altLang="en-US" sz="1200" dirty="0" smtClean="0">
              <a:solidFill>
                <a:srgbClr val="898989"/>
              </a:solidFill>
              <a:latin typeface="NanumGothic" charset="0"/>
              <a:ea typeface="NanumGothic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08000"/>
            <a:fld id="{B9320F77-B9A0-41C5-862A-B4B631284C64}" type="slidenum">
              <a:rPr lang="en-US" altLang="ko-KR" sz="1200" smtClean="0">
                <a:solidFill>
                  <a:srgbClr val="898989"/>
                </a:solidFill>
                <a:latin typeface="NanumGothic" charset="0"/>
                <a:ea typeface="NanumGothic" charset="0"/>
              </a:rPr>
              <a:pPr defTabSz="508000"/>
              <a:t>‹#›</a:t>
            </a:fld>
            <a:endParaRPr lang="ko-KR" altLang="en-US" sz="1200" dirty="0" smtClean="0">
              <a:solidFill>
                <a:srgbClr val="898989"/>
              </a:solidFill>
              <a:latin typeface="NanumGothic" charset="0"/>
              <a:ea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47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08000"/>
            <a:fld id="{B9320F77-B9A0-41C5-862A-B4B631284C64}" type="datetime1">
              <a:rPr lang="en-GB" altLang="en-US" smtClean="0">
                <a:latin typeface="NanumGothic" charset="0"/>
                <a:ea typeface="NanumGothic" charset="0"/>
              </a:rPr>
              <a:pPr defTabSz="508000"/>
              <a:t>23/07/2020</a:t>
            </a:fld>
            <a:endParaRPr lang="ko-KR" altLang="en-US" dirty="0" smtClean="0">
              <a:latin typeface="NanumGothic" charset="0"/>
              <a:ea typeface="NanumGothic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08000"/>
            <a:endParaRPr lang="ko-KR" altLang="en-US" sz="1200" dirty="0" smtClean="0">
              <a:solidFill>
                <a:srgbClr val="898989"/>
              </a:solidFill>
              <a:latin typeface="NanumGothic" charset="0"/>
              <a:ea typeface="Nanum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08000"/>
            <a:fld id="{B9320F77-B9A0-41C5-862A-B4B631284C64}" type="slidenum">
              <a:rPr lang="en-US" altLang="ko-KR" sz="1200" smtClean="0">
                <a:solidFill>
                  <a:srgbClr val="898989"/>
                </a:solidFill>
                <a:latin typeface="NanumGothic" charset="0"/>
                <a:ea typeface="NanumGothic" charset="0"/>
              </a:rPr>
              <a:pPr defTabSz="508000"/>
              <a:t>‹#›</a:t>
            </a:fld>
            <a:endParaRPr lang="ko-KR" altLang="en-US" sz="1200" dirty="0" smtClean="0">
              <a:solidFill>
                <a:srgbClr val="898989"/>
              </a:solidFill>
              <a:latin typeface="NanumGothic" charset="0"/>
              <a:ea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98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08000"/>
            <a:fld id="{B9320F77-B9A0-41C5-862A-B4B631284C64}" type="datetime1">
              <a:rPr lang="en-GB" altLang="en-US" smtClean="0">
                <a:latin typeface="NanumGothic" charset="0"/>
                <a:ea typeface="NanumGothic" charset="0"/>
              </a:rPr>
              <a:pPr defTabSz="508000"/>
              <a:t>23/07/2020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08000"/>
            <a:endParaRPr lang="ko-KR" altLang="en-US" sz="1200" dirty="0" smtClean="0">
              <a:solidFill>
                <a:srgbClr val="898989"/>
              </a:solidFill>
              <a:latin typeface="NanumGothic" charset="0"/>
              <a:ea typeface="NanumGothic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08000"/>
            <a:fld id="{B9320F77-B9A0-41C5-862A-B4B631284C64}" type="slidenum">
              <a:rPr lang="en-US" altLang="ko-KR" sz="1200" smtClean="0">
                <a:solidFill>
                  <a:srgbClr val="898989"/>
                </a:solidFill>
                <a:latin typeface="NanumGothic" charset="0"/>
                <a:ea typeface="NanumGothic" charset="0"/>
              </a:rPr>
              <a:pPr defTabSz="508000"/>
              <a:t>‹#›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369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08000"/>
            <a:fld id="{B9320F77-B9A0-41C5-862A-B4B631284C64}" type="datetime1">
              <a:rPr lang="en-GB" altLang="en-US" smtClean="0">
                <a:latin typeface="NanumGothic" charset="0"/>
                <a:ea typeface="NanumGothic" charset="0"/>
              </a:rPr>
              <a:pPr defTabSz="508000"/>
              <a:t>23/07/2020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08000"/>
            <a:endParaRPr lang="ko-KR" altLang="en-US" sz="1200" dirty="0" smtClean="0">
              <a:solidFill>
                <a:srgbClr val="898989"/>
              </a:solidFill>
              <a:latin typeface="NanumGothic" charset="0"/>
              <a:ea typeface="NanumGothic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08000"/>
            <a:fld id="{B9320F77-B9A0-41C5-862A-B4B631284C64}" type="slidenum">
              <a:rPr lang="en-US" altLang="ko-KR" sz="1200" smtClean="0">
                <a:solidFill>
                  <a:srgbClr val="898989"/>
                </a:solidFill>
                <a:latin typeface="NanumGothic" charset="0"/>
                <a:ea typeface="NanumGothic" charset="0"/>
              </a:rPr>
              <a:pPr defTabSz="508000"/>
              <a:t>‹#›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07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08000"/>
            <a:fld id="{B9320F77-B9A0-41C5-862A-B4B631284C64}" type="datetime1">
              <a:rPr lang="en-GB" altLang="en-US" smtClean="0">
                <a:latin typeface="NanumGothic" charset="0"/>
                <a:ea typeface="NanumGothic" charset="0"/>
              </a:rPr>
              <a:pPr defTabSz="508000"/>
              <a:t>23/07/2020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08000"/>
            <a:endParaRPr lang="ko-KR" altLang="en-US" sz="1200" dirty="0" smtClean="0">
              <a:solidFill>
                <a:srgbClr val="898989"/>
              </a:solidFill>
              <a:latin typeface="NanumGothic" charset="0"/>
              <a:ea typeface="NanumGothic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08000"/>
            <a:fld id="{B9320F77-B9A0-41C5-862A-B4B631284C64}" type="slidenum">
              <a:rPr lang="en-US" altLang="ko-KR" sz="1200" smtClean="0">
                <a:solidFill>
                  <a:srgbClr val="898989"/>
                </a:solidFill>
                <a:latin typeface="NanumGothic" charset="0"/>
                <a:ea typeface="NanumGothic" charset="0"/>
              </a:rPr>
              <a:pPr defTabSz="508000"/>
              <a:t>‹#›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415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08000"/>
            <a:fld id="{B9320F77-B9A0-41C5-862A-B4B631284C64}" type="datetime1">
              <a:rPr lang="en-GB" altLang="en-US" smtClean="0">
                <a:latin typeface="NanumGothic" charset="0"/>
                <a:ea typeface="NanumGothic" charset="0"/>
              </a:rPr>
              <a:pPr defTabSz="508000"/>
              <a:t>23/07/2020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08000"/>
            <a:endParaRPr lang="ko-KR" altLang="en-US" sz="1200" dirty="0" smtClean="0">
              <a:solidFill>
                <a:srgbClr val="898989"/>
              </a:solidFill>
              <a:latin typeface="NanumGothic" charset="0"/>
              <a:ea typeface="NanumGothic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08000"/>
            <a:fld id="{B9320F77-B9A0-41C5-862A-B4B631284C64}" type="slidenum">
              <a:rPr lang="en-US" altLang="ko-KR" sz="1200" smtClean="0">
                <a:solidFill>
                  <a:srgbClr val="898989"/>
                </a:solidFill>
                <a:latin typeface="NanumGothic" charset="0"/>
                <a:ea typeface="NanumGothic" charset="0"/>
              </a:rPr>
              <a:pPr defTabSz="508000"/>
              <a:t>‹#›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834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 defTabSz="508000"/>
            <a:fld id="{B9320F77-B9A0-41C5-862A-B4B631284C64}" type="datetime1">
              <a:rPr lang="en-GB" altLang="en-US" smtClean="0">
                <a:latin typeface="NanumGothic" charset="0"/>
                <a:ea typeface="NanumGothic" charset="0"/>
              </a:rPr>
              <a:pPr defTabSz="508000"/>
              <a:t>23/07/2020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pPr defTabSz="508000"/>
            <a:endParaRPr lang="ko-KR" altLang="en-US" sz="1200" dirty="0" smtClean="0">
              <a:solidFill>
                <a:srgbClr val="898989"/>
              </a:solidFill>
              <a:latin typeface="NanumGothic" charset="0"/>
              <a:ea typeface="NanumGothic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defTabSz="508000"/>
            <a:fld id="{B9320F77-B9A0-41C5-862A-B4B631284C64}" type="slidenum">
              <a:rPr lang="en-US" altLang="ko-KR" sz="1200" smtClean="0">
                <a:solidFill>
                  <a:srgbClr val="898989"/>
                </a:solidFill>
                <a:latin typeface="NanumGothic" charset="0"/>
                <a:ea typeface="NanumGothic" charset="0"/>
              </a:rPr>
              <a:pPr defTabSz="508000"/>
              <a:t>‹#›</a:t>
            </a:fld>
            <a:endParaRPr lang="ko-KR" altLang="en-US" sz="1800" dirty="0" smtClean="0">
              <a:latin typeface="NanumGothic" charset="0"/>
              <a:ea typeface="Nanum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21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emf"/><Relationship Id="rId5" Type="http://schemas.openxmlformats.org/officeDocument/2006/relationships/customXml" Target="../ink/ink2.xml"/><Relationship Id="rId4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defTabSz="507987">
              <a:lnSpc>
                <a:spcPct val="100000"/>
              </a:lnSpc>
              <a:spcBef>
                <a:spcPts val="0"/>
              </a:spcBef>
            </a:pPr>
            <a:r>
              <a:rPr lang="en-IN" altLang="ko-KR" sz="5400" u="sng" cap="none" dirty="0">
                <a:latin typeface="NanumGothic" charset="0"/>
                <a:ea typeface="NanumGothic" charset="0"/>
              </a:rPr>
              <a:t>Multi-Level Tree Structured Indexing</a:t>
            </a:r>
            <a:endParaRPr lang="ko-KR" altLang="en-US" sz="5400" u="sng" cap="none" dirty="0">
              <a:latin typeface="NanumGothic" charset="0"/>
              <a:ea typeface="NanumGothic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storage/emulated/0/.polaris_temp/fImage276763701032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41" t="33385" r="13925" b="27095"/>
          <a:stretch>
            <a:fillRect/>
          </a:stretch>
        </p:blipFill>
        <p:spPr>
          <a:xfrm>
            <a:off x="1727684" y="247161"/>
            <a:ext cx="5688632" cy="636368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764704"/>
            <a:ext cx="7848872" cy="5400600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The idea behind a multilevel index is to reduce the part of the index that we continue to search by (bfr) the blocking factor for the index, which is larger than 2.</a:t>
            </a:r>
          </a:p>
          <a:p>
            <a:pPr algn="just"/>
            <a:r>
              <a:rPr lang="en-IN" sz="2400" dirty="0"/>
              <a:t>Whereas we divide the record search space into n-ways at each search step using the multilevel index.</a:t>
            </a:r>
          </a:p>
          <a:p>
            <a:pPr algn="just"/>
            <a:r>
              <a:rPr lang="en-IN" sz="2400" dirty="0"/>
              <a:t> A multilevel index considers the index file, which we will now refer to as the first (or base) level of a multilevel index, as an ordered file with a distinct value for each K(</a:t>
            </a:r>
            <a:r>
              <a:rPr lang="en-IN" sz="2400" dirty="0" err="1"/>
              <a:t>i</a:t>
            </a:r>
            <a:r>
              <a:rPr lang="en-IN" sz="2400" dirty="0"/>
              <a:t>). Therefore, by considering the first-level index file as a sorted data file, we can create a primary index for the first level; this index to the first level is called the second level of the multilevel index.</a:t>
            </a:r>
          </a:p>
        </p:txBody>
      </p:sp>
    </p:spTree>
    <p:extLst>
      <p:ext uri="{BB962C8B-B14F-4D97-AF65-F5344CB8AC3E}">
        <p14:creationId xmlns:p14="http://schemas.microsoft.com/office/powerpoint/2010/main" val="204134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5649" t="22873" r="40591" b="6688"/>
          <a:stretch/>
        </p:blipFill>
        <p:spPr>
          <a:xfrm>
            <a:off x="1845451" y="230529"/>
            <a:ext cx="5453105" cy="639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52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3" y="1628800"/>
            <a:ext cx="7404653" cy="4038600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A common file organization used in business data processing is an ordered file with a multilevel primary index on its ordering key field. Such an organization is called an indexed sequential file and was used in a large number of early IBM systems. </a:t>
            </a:r>
            <a:endParaRPr lang="en-IN" sz="2400" dirty="0" smtClean="0"/>
          </a:p>
          <a:p>
            <a:pPr algn="just"/>
            <a:r>
              <a:rPr lang="en-IN" sz="2400" dirty="0" smtClean="0"/>
              <a:t>IBM’s </a:t>
            </a:r>
            <a:r>
              <a:rPr lang="en-IN" sz="2400" dirty="0"/>
              <a:t>ISAM organization incorporates a two-level index that is closely related to the organization of the disk in terms of cylinders and tracks. </a:t>
            </a:r>
          </a:p>
        </p:txBody>
      </p:sp>
    </p:spTree>
    <p:extLst>
      <p:ext uri="{BB962C8B-B14F-4D97-AF65-F5344CB8AC3E}">
        <p14:creationId xmlns:p14="http://schemas.microsoft.com/office/powerpoint/2010/main" val="368351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2" y="980728"/>
            <a:ext cx="7404653" cy="5115272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To retain the benefits of using multilevel indexing </a:t>
            </a:r>
            <a:r>
              <a:rPr lang="en-IN" sz="2400" dirty="0" smtClean="0"/>
              <a:t>while reducing </a:t>
            </a:r>
            <a:r>
              <a:rPr lang="en-IN" sz="2400" dirty="0"/>
              <a:t>index insertion and deletion problems, designers adopted a </a:t>
            </a:r>
            <a:r>
              <a:rPr lang="en-IN" sz="2400" dirty="0" smtClean="0"/>
              <a:t>multilevel index </a:t>
            </a:r>
            <a:r>
              <a:rPr lang="en-IN" sz="2400" dirty="0"/>
              <a:t>called a dynamic multilevel index that leaves some space in each of its </a:t>
            </a:r>
            <a:r>
              <a:rPr lang="en-IN" sz="2400" dirty="0" smtClean="0"/>
              <a:t>blocks for </a:t>
            </a:r>
            <a:r>
              <a:rPr lang="en-IN" sz="2400" dirty="0"/>
              <a:t>inserting new entries and uses appropriate insertion/deletion algorithms for </a:t>
            </a:r>
            <a:r>
              <a:rPr lang="en-IN" sz="2400" dirty="0" smtClean="0"/>
              <a:t>creating and </a:t>
            </a:r>
            <a:r>
              <a:rPr lang="en-IN" sz="2400" dirty="0"/>
              <a:t>deleting new index blocks when the data file grows and shrinks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dirty="0" smtClean="0"/>
              <a:t>It </a:t>
            </a:r>
            <a:r>
              <a:rPr lang="en-IN" sz="2400" dirty="0"/>
              <a:t>is </a:t>
            </a:r>
            <a:r>
              <a:rPr lang="en-IN" sz="2400" dirty="0" smtClean="0"/>
              <a:t>often implemented </a:t>
            </a:r>
            <a:r>
              <a:rPr lang="en-IN" sz="2400" dirty="0"/>
              <a:t>by using data structures </a:t>
            </a:r>
            <a:r>
              <a:rPr lang="en-IN" sz="2400" dirty="0" smtClean="0"/>
              <a:t>called</a:t>
            </a:r>
          </a:p>
          <a:p>
            <a:pPr lvl="1" algn="just"/>
            <a:r>
              <a:rPr lang="en-IN" sz="2400" dirty="0" smtClean="0"/>
              <a:t>B-trees </a:t>
            </a:r>
            <a:endParaRPr lang="en-IN" sz="2400" dirty="0"/>
          </a:p>
          <a:p>
            <a:pPr lvl="1" algn="just"/>
            <a:r>
              <a:rPr lang="en-IN" sz="2400" dirty="0" smtClean="0"/>
              <a:t>B</a:t>
            </a:r>
            <a:r>
              <a:rPr lang="en-IN" sz="2400" dirty="0"/>
              <a:t>+-trees</a:t>
            </a:r>
          </a:p>
        </p:txBody>
      </p:sp>
    </p:spTree>
    <p:extLst>
      <p:ext uri="{BB962C8B-B14F-4D97-AF65-F5344CB8AC3E}">
        <p14:creationId xmlns:p14="http://schemas.microsoft.com/office/powerpoint/2010/main" val="216491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803176"/>
          </a:xfrm>
        </p:spPr>
        <p:txBody>
          <a:bodyPr/>
          <a:lstStyle/>
          <a:p>
            <a:r>
              <a:rPr lang="en-IN" b="1" u="sng" dirty="0" smtClean="0"/>
              <a:t>Tree Concepts: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12776"/>
            <a:ext cx="8280920" cy="4968552"/>
          </a:xfrm>
        </p:spPr>
        <p:txBody>
          <a:bodyPr>
            <a:noAutofit/>
          </a:bodyPr>
          <a:lstStyle/>
          <a:p>
            <a:pPr algn="just"/>
            <a:r>
              <a:rPr lang="en-IN" sz="2300" dirty="0"/>
              <a:t>A tree is formed of nodes. Each node in the tree, except for a </a:t>
            </a:r>
            <a:r>
              <a:rPr lang="en-IN" sz="2300" dirty="0" smtClean="0"/>
              <a:t>special node </a:t>
            </a:r>
            <a:r>
              <a:rPr lang="en-IN" sz="2300" dirty="0"/>
              <a:t>called the root, has one parent node and zero or more child nodes. </a:t>
            </a:r>
            <a:endParaRPr lang="en-IN" sz="2300" dirty="0" smtClean="0"/>
          </a:p>
          <a:p>
            <a:pPr algn="just"/>
            <a:r>
              <a:rPr lang="en-IN" sz="2300" dirty="0" smtClean="0"/>
              <a:t>The root node </a:t>
            </a:r>
            <a:r>
              <a:rPr lang="en-IN" sz="2300" dirty="0"/>
              <a:t>has no parent. A node that does not have any child nodes is called a leaf </a:t>
            </a:r>
            <a:r>
              <a:rPr lang="en-IN" sz="2300" dirty="0" smtClean="0"/>
              <a:t>node.</a:t>
            </a:r>
            <a:endParaRPr lang="en-IN" sz="2300" dirty="0"/>
          </a:p>
          <a:p>
            <a:pPr algn="just"/>
            <a:r>
              <a:rPr lang="en-IN" sz="2300" dirty="0" smtClean="0"/>
              <a:t>A non-leaf </a:t>
            </a:r>
            <a:r>
              <a:rPr lang="en-IN" sz="2300" dirty="0"/>
              <a:t>node is called an internal node. The level of a node is always one </a:t>
            </a:r>
            <a:r>
              <a:rPr lang="en-IN" sz="2300" dirty="0" smtClean="0"/>
              <a:t>more than </a:t>
            </a:r>
            <a:r>
              <a:rPr lang="en-IN" sz="2300" dirty="0"/>
              <a:t>the level of its parent, with the level of the root node being </a:t>
            </a:r>
            <a:r>
              <a:rPr lang="en-IN" sz="2300" dirty="0" smtClean="0"/>
              <a:t>zero.</a:t>
            </a:r>
          </a:p>
          <a:p>
            <a:pPr algn="just"/>
            <a:r>
              <a:rPr lang="en-IN" sz="2300" dirty="0"/>
              <a:t>S</a:t>
            </a:r>
            <a:r>
              <a:rPr lang="en-IN" sz="2300" dirty="0" smtClean="0"/>
              <a:t>ubtree of a </a:t>
            </a:r>
            <a:r>
              <a:rPr lang="en-IN" sz="2300" dirty="0"/>
              <a:t>node consists of that node and all its descendant </a:t>
            </a:r>
            <a:r>
              <a:rPr lang="en-IN" sz="2300" dirty="0" smtClean="0"/>
              <a:t>nodes : its </a:t>
            </a:r>
            <a:r>
              <a:rPr lang="en-IN" sz="2300" dirty="0"/>
              <a:t>child nodes, the </a:t>
            </a:r>
            <a:r>
              <a:rPr lang="en-IN" sz="2300" dirty="0" smtClean="0"/>
              <a:t>child nodes </a:t>
            </a:r>
            <a:r>
              <a:rPr lang="en-IN" sz="2300" dirty="0"/>
              <a:t>of its child nodes, and so on.</a:t>
            </a:r>
          </a:p>
          <a:p>
            <a:pPr algn="just"/>
            <a:r>
              <a:rPr lang="en-IN" sz="2300" dirty="0"/>
              <a:t>Since the leaf nodes are at </a:t>
            </a:r>
            <a:r>
              <a:rPr lang="en-IN" sz="2300" dirty="0" smtClean="0"/>
              <a:t>different levels </a:t>
            </a:r>
            <a:r>
              <a:rPr lang="en-IN" sz="2300" dirty="0"/>
              <a:t>of the tree, this tree is called unbalanced.</a:t>
            </a:r>
            <a:endParaRPr lang="en-IN" sz="2300" dirty="0" smtClean="0"/>
          </a:p>
          <a:p>
            <a:pPr algn="just"/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2388597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7347" t="33266" r="31723" b="20469"/>
          <a:stretch/>
        </p:blipFill>
        <p:spPr>
          <a:xfrm>
            <a:off x="306070" y="1273100"/>
            <a:ext cx="8586410" cy="438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6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Search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2" y="2057400"/>
            <a:ext cx="7747196" cy="4038600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A search tree is a special type of tree that is used to guide the search for a </a:t>
            </a:r>
            <a:r>
              <a:rPr lang="en-IN" sz="2400" dirty="0" smtClean="0"/>
              <a:t>record, given </a:t>
            </a:r>
            <a:r>
              <a:rPr lang="en-IN" sz="2400" dirty="0"/>
              <a:t>the value of one of the record’s fields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dirty="0" smtClean="0"/>
              <a:t>Variation </a:t>
            </a:r>
            <a:r>
              <a:rPr lang="en-IN" sz="2400" dirty="0"/>
              <a:t>of a search </a:t>
            </a:r>
            <a:r>
              <a:rPr lang="en-IN" sz="2400" dirty="0" smtClean="0"/>
              <a:t>tree</a:t>
            </a:r>
          </a:p>
          <a:p>
            <a:pPr algn="just"/>
            <a:r>
              <a:rPr lang="en-IN" sz="2400" dirty="0"/>
              <a:t>A </a:t>
            </a:r>
            <a:r>
              <a:rPr lang="en-IN" sz="2400" dirty="0" smtClean="0"/>
              <a:t>search tree </a:t>
            </a:r>
            <a:r>
              <a:rPr lang="en-IN" sz="2400" dirty="0"/>
              <a:t>of order p is a tree such that each node contains at most p − 1 search values </a:t>
            </a:r>
            <a:r>
              <a:rPr lang="en-IN" sz="2400" dirty="0" smtClean="0"/>
              <a:t>and p </a:t>
            </a:r>
            <a:r>
              <a:rPr lang="en-IN" sz="2400" dirty="0"/>
              <a:t>pointers in the order &lt;P1, K1, P2, K2, ..., Pq−1, Kq−1, </a:t>
            </a:r>
            <a:r>
              <a:rPr lang="en-IN" sz="2400" dirty="0" err="1"/>
              <a:t>Pq</a:t>
            </a:r>
            <a:r>
              <a:rPr lang="en-IN" sz="2400" dirty="0"/>
              <a:t>&gt;, </a:t>
            </a:r>
            <a:r>
              <a:rPr lang="en-IN" sz="2400" dirty="0" smtClean="0"/>
              <a:t>where </a:t>
            </a:r>
            <a:r>
              <a:rPr lang="en-IN" sz="2400" dirty="0"/>
              <a:t>q ≤ </a:t>
            </a:r>
            <a:r>
              <a:rPr lang="en-IN" sz="2400" dirty="0" smtClean="0"/>
              <a:t>p.</a:t>
            </a:r>
          </a:p>
          <a:p>
            <a:pPr algn="just"/>
            <a:r>
              <a:rPr lang="en-IN" sz="2400" dirty="0" smtClean="0"/>
              <a:t>Each </a:t>
            </a:r>
            <a:r>
              <a:rPr lang="en-IN" sz="2400" dirty="0"/>
              <a:t>Pi is </a:t>
            </a:r>
            <a:r>
              <a:rPr lang="en-IN" sz="2400" dirty="0" smtClean="0"/>
              <a:t>a pointer </a:t>
            </a:r>
            <a:r>
              <a:rPr lang="en-IN" sz="2400" dirty="0"/>
              <a:t>to a child node (or a NULL pointer), and each Ki is a search value from some ordered set of values. All search values are assumed to be </a:t>
            </a:r>
            <a:r>
              <a:rPr lang="en-IN" sz="2400" dirty="0" smtClean="0"/>
              <a:t>unique.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7301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2" y="1124744"/>
            <a:ext cx="7404653" cy="4971256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Two constraints must hold at all times on the </a:t>
            </a:r>
            <a:r>
              <a:rPr lang="en-IN" sz="2400" dirty="0" smtClean="0"/>
              <a:t>search tree:</a:t>
            </a:r>
          </a:p>
          <a:p>
            <a:pPr lvl="1" algn="just"/>
            <a:r>
              <a:rPr lang="en-IN" sz="2400" dirty="0"/>
              <a:t>Within each node, K1 &lt; K2 &lt; ... &lt; Kq−1</a:t>
            </a:r>
            <a:r>
              <a:rPr lang="en-IN" sz="2400" dirty="0" smtClean="0"/>
              <a:t>.</a:t>
            </a:r>
          </a:p>
          <a:p>
            <a:pPr lvl="1" algn="just"/>
            <a:r>
              <a:rPr lang="en-IN" sz="2400" dirty="0"/>
              <a:t>For all values X in the subtree pointed at by Pi, we have Ki−1 &lt; X &lt; Ki </a:t>
            </a:r>
            <a:endParaRPr lang="en-IN" sz="2400" dirty="0" smtClean="0"/>
          </a:p>
          <a:p>
            <a:pPr marL="205740" lvl="1" indent="0" algn="just">
              <a:buNone/>
            </a:pPr>
            <a:r>
              <a:rPr lang="en-IN" sz="2400" dirty="0"/>
              <a:t>	</a:t>
            </a:r>
            <a:r>
              <a:rPr lang="en-IN" sz="2400" dirty="0" smtClean="0"/>
              <a:t>for </a:t>
            </a:r>
            <a:r>
              <a:rPr lang="en-IN" sz="2400" dirty="0"/>
              <a:t>1 </a:t>
            </a:r>
            <a:r>
              <a:rPr lang="en-IN" sz="2400" dirty="0" smtClean="0"/>
              <a:t>&lt;</a:t>
            </a:r>
            <a:r>
              <a:rPr lang="en-IN" sz="2400" dirty="0" err="1" smtClean="0"/>
              <a:t>i</a:t>
            </a:r>
            <a:r>
              <a:rPr lang="en-IN" sz="2400" dirty="0" smtClean="0"/>
              <a:t> </a:t>
            </a:r>
            <a:r>
              <a:rPr lang="en-IN" sz="2400" dirty="0"/>
              <a:t>&lt; q; X &lt; Ki for </a:t>
            </a:r>
            <a:r>
              <a:rPr lang="en-IN" sz="2400" dirty="0" err="1"/>
              <a:t>i</a:t>
            </a:r>
            <a:r>
              <a:rPr lang="en-IN" sz="2400" dirty="0"/>
              <a:t> = 1; and Ki−1 &lt; X for </a:t>
            </a:r>
            <a:r>
              <a:rPr lang="en-IN" sz="2400" dirty="0" err="1"/>
              <a:t>i</a:t>
            </a:r>
            <a:r>
              <a:rPr lang="en-IN" sz="2400" dirty="0"/>
              <a:t> = </a:t>
            </a:r>
            <a:r>
              <a:rPr lang="en-IN" sz="2400" dirty="0" smtClean="0"/>
              <a:t>q.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5970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9599" t="20470" r="25096" b="15984"/>
          <a:stretch/>
        </p:blipFill>
        <p:spPr>
          <a:xfrm>
            <a:off x="294342" y="1088740"/>
            <a:ext cx="8555317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493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B-Trees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The B-tree has additional constraints that ensure that the tree is </a:t>
            </a:r>
            <a:r>
              <a:rPr lang="en-IN" sz="2400" dirty="0" smtClean="0"/>
              <a:t>always balanced </a:t>
            </a:r>
            <a:r>
              <a:rPr lang="en-IN" sz="2400" dirty="0"/>
              <a:t>and that the space wasted by deletion, if any, never becomes excessive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dirty="0" smtClean="0"/>
              <a:t>The algorithms </a:t>
            </a:r>
            <a:r>
              <a:rPr lang="en-IN" sz="2400" dirty="0"/>
              <a:t>for insertion and deletion, though, become more complex in order </a:t>
            </a:r>
            <a:r>
              <a:rPr lang="en-IN" sz="2400" dirty="0" smtClean="0"/>
              <a:t>to maintain </a:t>
            </a:r>
            <a:r>
              <a:rPr lang="en-IN" sz="2400" dirty="0"/>
              <a:t>these constraints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dirty="0" smtClean="0"/>
              <a:t>Whenever </a:t>
            </a:r>
            <a:r>
              <a:rPr lang="en-IN" sz="2400" dirty="0"/>
              <a:t>we attempt an insertion into a node that is already full or a deletion </a:t>
            </a:r>
            <a:r>
              <a:rPr lang="en-IN" sz="2400" dirty="0" smtClean="0"/>
              <a:t>from a </a:t>
            </a:r>
            <a:r>
              <a:rPr lang="en-IN" sz="2400" dirty="0"/>
              <a:t>node that makes it less than half </a:t>
            </a:r>
            <a:r>
              <a:rPr lang="en-IN" sz="2400" dirty="0" smtClean="0"/>
              <a:t>full, it becomes complicated.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9132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224" y="476672"/>
            <a:ext cx="8208912" cy="5475312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en-IN" sz="2400" dirty="0" smtClean="0"/>
              <a:t>A </a:t>
            </a:r>
            <a:r>
              <a:rPr lang="en-IN" sz="2400" dirty="0"/>
              <a:t>B-tree of order p, </a:t>
            </a:r>
            <a:r>
              <a:rPr lang="en-IN" sz="2400" dirty="0" smtClean="0"/>
              <a:t>when used </a:t>
            </a:r>
            <a:r>
              <a:rPr lang="en-IN" sz="2400" dirty="0"/>
              <a:t>as an access structure on a key field to search for records in a data file, can </a:t>
            </a:r>
            <a:r>
              <a:rPr lang="en-IN" sz="2400" dirty="0" smtClean="0"/>
              <a:t>be defined </a:t>
            </a:r>
            <a:r>
              <a:rPr lang="en-IN" sz="2400" dirty="0"/>
              <a:t>as follows</a:t>
            </a:r>
            <a:r>
              <a:rPr lang="en-IN" sz="2400" dirty="0" smtClean="0"/>
              <a:t>:</a:t>
            </a:r>
          </a:p>
          <a:p>
            <a:pPr marL="491490" indent="-457200" algn="just">
              <a:buFont typeface="+mj-lt"/>
              <a:buAutoNum type="arabicPeriod"/>
            </a:pPr>
            <a:r>
              <a:rPr lang="en-IN" sz="2400" dirty="0"/>
              <a:t>Each internal node in the </a:t>
            </a:r>
            <a:r>
              <a:rPr lang="en-IN" sz="2400" dirty="0" smtClean="0"/>
              <a:t>is </a:t>
            </a:r>
            <a:r>
              <a:rPr lang="en-IN" sz="2400" dirty="0"/>
              <a:t>of the </a:t>
            </a:r>
            <a:r>
              <a:rPr lang="en-IN" sz="2400" dirty="0" smtClean="0"/>
              <a:t>form &lt;P1</a:t>
            </a:r>
            <a:r>
              <a:rPr lang="en-IN" sz="2400" dirty="0"/>
              <a:t>, &lt;K1, Pr1&gt;, P2, &lt;K2, Pr2&gt;, ..., &lt;</a:t>
            </a:r>
            <a:r>
              <a:rPr lang="en-IN" sz="2400" dirty="0" err="1"/>
              <a:t>Kq</a:t>
            </a:r>
            <a:r>
              <a:rPr lang="en-IN" sz="2400" dirty="0"/>
              <a:t>–1, </a:t>
            </a:r>
            <a:r>
              <a:rPr lang="en-IN" sz="2400" dirty="0" err="1"/>
              <a:t>Prq</a:t>
            </a:r>
            <a:r>
              <a:rPr lang="en-IN" sz="2400" dirty="0"/>
              <a:t>–1&gt;, </a:t>
            </a:r>
            <a:r>
              <a:rPr lang="en-IN" sz="2400" dirty="0" err="1" smtClean="0"/>
              <a:t>Pq</a:t>
            </a:r>
            <a:r>
              <a:rPr lang="en-IN" sz="2400" dirty="0" smtClean="0"/>
              <a:t>&gt; where </a:t>
            </a:r>
            <a:r>
              <a:rPr lang="en-IN" sz="2400" dirty="0"/>
              <a:t>q ≤ p. </a:t>
            </a:r>
            <a:endParaRPr lang="en-IN" sz="2400" dirty="0" smtClean="0"/>
          </a:p>
          <a:p>
            <a:pPr lvl="1" algn="just"/>
            <a:r>
              <a:rPr lang="en-IN" sz="2400" dirty="0" smtClean="0"/>
              <a:t>Each </a:t>
            </a:r>
            <a:r>
              <a:rPr lang="en-IN" sz="2400" dirty="0"/>
              <a:t>Pi is a tree pointer—a pointer to another node in the </a:t>
            </a:r>
            <a:r>
              <a:rPr lang="en-IN" sz="2400" dirty="0" err="1"/>
              <a:t>Btree</a:t>
            </a:r>
            <a:r>
              <a:rPr lang="en-IN" sz="2400" dirty="0"/>
              <a:t>.</a:t>
            </a:r>
          </a:p>
          <a:p>
            <a:pPr lvl="1" algn="just"/>
            <a:r>
              <a:rPr lang="en-IN" sz="2400" dirty="0"/>
              <a:t>Each </a:t>
            </a:r>
            <a:r>
              <a:rPr lang="en-IN" sz="2400" dirty="0" err="1"/>
              <a:t>Pri</a:t>
            </a:r>
            <a:r>
              <a:rPr lang="en-IN" sz="2400" dirty="0"/>
              <a:t> is a data </a:t>
            </a:r>
            <a:r>
              <a:rPr lang="en-IN" sz="2400" dirty="0" smtClean="0"/>
              <a:t>pointer—a </a:t>
            </a:r>
            <a:r>
              <a:rPr lang="en-IN" sz="2400" dirty="0"/>
              <a:t>pointer to the record whose search </a:t>
            </a:r>
            <a:r>
              <a:rPr lang="en-IN" sz="2400" dirty="0" smtClean="0"/>
              <a:t>key field </a:t>
            </a:r>
            <a:r>
              <a:rPr lang="en-IN" sz="2400" dirty="0"/>
              <a:t>value is equal to Ki (or to the data file block containing that record</a:t>
            </a:r>
            <a:r>
              <a:rPr lang="en-IN" sz="2400" dirty="0" smtClean="0"/>
              <a:t>).</a:t>
            </a:r>
          </a:p>
          <a:p>
            <a:pPr marL="491490" indent="-457200" algn="just">
              <a:buFont typeface="+mj-lt"/>
              <a:buAutoNum type="arabicPeriod"/>
            </a:pPr>
            <a:r>
              <a:rPr lang="en-IN" sz="2400" dirty="0"/>
              <a:t>Within each node, K1 &lt; K2 &lt; ... &lt; Kq−1</a:t>
            </a:r>
            <a:r>
              <a:rPr lang="en-IN" sz="2400" dirty="0" smtClean="0"/>
              <a:t>.</a:t>
            </a:r>
          </a:p>
          <a:p>
            <a:pPr marL="491490" indent="-457200" algn="just">
              <a:buFont typeface="+mj-lt"/>
              <a:buAutoNum type="arabicPeriod"/>
            </a:pPr>
            <a:r>
              <a:rPr lang="en-IN" sz="2400" dirty="0"/>
              <a:t>For all search key field values X in the subtree pointed at by Pi </a:t>
            </a:r>
            <a:r>
              <a:rPr lang="en-IN" sz="2400" dirty="0" smtClean="0"/>
              <a:t>the </a:t>
            </a:r>
            <a:r>
              <a:rPr lang="en-IN" sz="2400" dirty="0" err="1"/>
              <a:t>ith</a:t>
            </a:r>
            <a:r>
              <a:rPr lang="en-IN" sz="2400" dirty="0"/>
              <a:t> </a:t>
            </a:r>
            <a:r>
              <a:rPr lang="en-IN" sz="2400" dirty="0" smtClean="0"/>
              <a:t>subtree, we have:</a:t>
            </a:r>
          </a:p>
          <a:p>
            <a:pPr marL="34290" indent="0" algn="just">
              <a:buNone/>
            </a:pPr>
            <a:r>
              <a:rPr lang="en-IN" sz="2400" dirty="0" smtClean="0"/>
              <a:t>Ki–1 </a:t>
            </a:r>
            <a:r>
              <a:rPr lang="en-IN" sz="2400" dirty="0"/>
              <a:t>&lt; X &lt; Ki for 1 &lt; </a:t>
            </a:r>
            <a:r>
              <a:rPr lang="en-IN" sz="2400" dirty="0" err="1"/>
              <a:t>i</a:t>
            </a:r>
            <a:r>
              <a:rPr lang="en-IN" sz="2400" dirty="0"/>
              <a:t> &lt; q; X &lt; Ki for </a:t>
            </a:r>
            <a:r>
              <a:rPr lang="en-IN" sz="2400" dirty="0" err="1"/>
              <a:t>i</a:t>
            </a:r>
            <a:r>
              <a:rPr lang="en-IN" sz="2400" dirty="0"/>
              <a:t> = 1; and Ki–1 &lt; X for </a:t>
            </a:r>
            <a:r>
              <a:rPr lang="en-IN" sz="2400" dirty="0" err="1"/>
              <a:t>i</a:t>
            </a:r>
            <a:r>
              <a:rPr lang="en-IN" sz="2400" dirty="0"/>
              <a:t> = q</a:t>
            </a:r>
            <a:r>
              <a:rPr lang="en-IN" sz="2400" dirty="0" smtClean="0"/>
              <a:t>.</a:t>
            </a:r>
          </a:p>
          <a:p>
            <a:pPr marL="491490" indent="-457200" algn="just">
              <a:buFont typeface="+mj-lt"/>
              <a:buAutoNum type="arabicPeriod" startAt="4"/>
            </a:pPr>
            <a:r>
              <a:rPr lang="en-IN" sz="2400" dirty="0"/>
              <a:t>Each node has at most p tree pointers</a:t>
            </a:r>
          </a:p>
        </p:txBody>
      </p:sp>
    </p:spTree>
    <p:extLst>
      <p:ext uri="{BB962C8B-B14F-4D97-AF65-F5344CB8AC3E}">
        <p14:creationId xmlns:p14="http://schemas.microsoft.com/office/powerpoint/2010/main" val="279210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storage/emulated/0/.polaris_temp/fImage220175713465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490" b="15397"/>
          <a:stretch/>
        </p:blipFill>
        <p:spPr>
          <a:xfrm>
            <a:off x="232698" y="441821"/>
            <a:ext cx="8661920" cy="602825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storage/emulated/0/.polaris_temp/fImage20159672839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4" t="62777" r="11428" b="7311"/>
          <a:stretch/>
        </p:blipFill>
        <p:spPr>
          <a:xfrm>
            <a:off x="306246" y="512618"/>
            <a:ext cx="8584083" cy="586871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storage/emulated/0/.polaris_temp/fImage202378763530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9" t="12660" r="7998" b="41831"/>
          <a:stretch/>
        </p:blipFill>
        <p:spPr>
          <a:xfrm>
            <a:off x="1169623" y="250955"/>
            <a:ext cx="6804755" cy="6356091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7242813" y="3156586"/>
              <a:ext cx="295275" cy="1549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35260" y="3149019"/>
                <a:ext cx="310380" cy="1700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7394575" y="3162303"/>
              <a:ext cx="106680" cy="32385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87006" y="3154746"/>
                <a:ext cx="121817" cy="4749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storage/emulated/0/.polaris_temp/fImage176161735012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3" t="42295" r="11547" b="28592"/>
          <a:stretch/>
        </p:blipFill>
        <p:spPr>
          <a:xfrm>
            <a:off x="323528" y="758136"/>
            <a:ext cx="8496944" cy="534172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storage/emulated/0/.polaris_temp/fImage225345874474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55" t="10828" r="5969" b="58543"/>
          <a:stretch>
            <a:fillRect/>
          </a:stretch>
        </p:blipFill>
        <p:spPr>
          <a:xfrm>
            <a:off x="755579" y="350431"/>
            <a:ext cx="7573719" cy="4914357"/>
          </a:xfrm>
          <a:prstGeom prst="rect">
            <a:avLst/>
          </a:prstGeom>
          <a:noFill/>
        </p:spPr>
      </p:pic>
      <p:pic>
        <p:nvPicPr>
          <p:cNvPr id="3" name="Picture 2" descr="/storage/emulated/0/.polaris_temp/fImage225345886225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3" t="65109" r="10512" b="28967"/>
          <a:stretch>
            <a:fillRect/>
          </a:stretch>
        </p:blipFill>
        <p:spPr>
          <a:xfrm>
            <a:off x="611560" y="5362358"/>
            <a:ext cx="7717738" cy="92519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storage/emulated/0/.polaris_temp/fImage225345749042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4" t="72564" r="12350" b="3980"/>
          <a:stretch/>
        </p:blipFill>
        <p:spPr>
          <a:xfrm>
            <a:off x="323528" y="1229155"/>
            <a:ext cx="8568952" cy="43630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CB7F9B39126B44B7BD3B2FD680B58E" ma:contentTypeVersion="9" ma:contentTypeDescription="Create a new document." ma:contentTypeScope="" ma:versionID="695fcc8670f16edd2d6e06ac62cfa7aa">
  <xsd:schema xmlns:xsd="http://www.w3.org/2001/XMLSchema" xmlns:xs="http://www.w3.org/2001/XMLSchema" xmlns:p="http://schemas.microsoft.com/office/2006/metadata/properties" xmlns:ns2="a8a1418d-81b5-43f6-8c3e-510d562b22b4" targetNamespace="http://schemas.microsoft.com/office/2006/metadata/properties" ma:root="true" ma:fieldsID="0b8bb81026c94debfa35635f867341d7" ns2:_="">
    <xsd:import namespace="a8a1418d-81b5-43f6-8c3e-510d562b22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a1418d-81b5-43f6-8c3e-510d562b22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6FEA3B2-A5AE-476B-A693-669A9B73F94C}"/>
</file>

<file path=customXml/itemProps2.xml><?xml version="1.0" encoding="utf-8"?>
<ds:datastoreItem xmlns:ds="http://schemas.openxmlformats.org/officeDocument/2006/customXml" ds:itemID="{5106391D-4A5C-4808-BCC3-CE1116E71868}"/>
</file>

<file path=customXml/itemProps3.xml><?xml version="1.0" encoding="utf-8"?>
<ds:datastoreItem xmlns:ds="http://schemas.openxmlformats.org/officeDocument/2006/customXml" ds:itemID="{CF108478-91FA-479F-84CE-BF08E4559BD3}"/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1198</TotalTime>
  <Pages>13</Pages>
  <Words>884</Words>
  <Characters>0</Characters>
  <Application>Microsoft Office PowerPoint</Application>
  <DocSecurity>0</DocSecurity>
  <PresentationFormat>On-screen Show (4:3)</PresentationFormat>
  <Lines>0</Lines>
  <Paragraphs>37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Corbel</vt:lpstr>
      <vt:lpstr>NanumGothic</vt:lpstr>
      <vt:lpstr>Basis</vt:lpstr>
      <vt:lpstr>Multi-Level Tree Structured Indexing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Tree Concepts:</vt:lpstr>
      <vt:lpstr>PowerPoint Presentation</vt:lpstr>
      <vt:lpstr>Search Trees</vt:lpstr>
      <vt:lpstr>PowerPoint Presentation</vt:lpstr>
      <vt:lpstr>PowerPoint Presentation</vt:lpstr>
      <vt:lpstr>B-Trees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Multi-Level Tree Structured Indexing</dc:title>
  <dc:creator>Polaris Office</dc:creator>
  <cp:lastModifiedBy>JOY KEREN</cp:lastModifiedBy>
  <cp:revision>20</cp:revision>
  <dcterms:modified xsi:type="dcterms:W3CDTF">2020-07-23T04:24:22Z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0x01010061CB7F9B39126B44B7BD3B2FD680B58E</vt:lpwstr>
  </property>
</Properties>
</file>