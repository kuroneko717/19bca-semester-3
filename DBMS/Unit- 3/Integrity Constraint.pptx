
<file path=[Content_Types].xml><?xml version="1.0" encoding="utf-8"?>
<Types xmlns="http://schemas.openxmlformats.org/package/2006/content-types">
  <Default Extension="bmp" ContentType="image/bmp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2DEE30F2-EF55-46DC-8255-EA97BA279283}" type="datetimeFigureOut">
              <a:rPr lang="en-IN" smtClean="0"/>
              <a:t>27-07-2020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FC7A01-99F5-47FF-8D42-0C106BB9B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330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E30F2-EF55-46DC-8255-EA97BA279283}" type="datetimeFigureOut">
              <a:rPr lang="en-IN" smtClean="0"/>
              <a:t>27-07-2020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FC7A01-99F5-47FF-8D42-0C106BB9B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904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DEE30F2-EF55-46DC-8255-EA97BA279283}" type="datetimeFigureOut">
              <a:rPr lang="en-IN" smtClean="0"/>
              <a:t>27-07-2020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FC7A01-99F5-47FF-8D42-0C106BB9B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069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E30F2-EF55-46DC-8255-EA97BA279283}" type="datetimeFigureOut">
              <a:rPr lang="en-IN" smtClean="0"/>
              <a:t>27-07-2020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FC7A01-99F5-47FF-8D42-0C106BB9B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99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E30F2-EF55-46DC-8255-EA97BA279283}" type="datetimeFigureOut">
              <a:rPr lang="en-IN" smtClean="0"/>
              <a:t>27-07-2020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FC7A01-99F5-47FF-8D42-0C106BB9B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484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E30F2-EF55-46DC-8255-EA97BA279283}" type="datetimeFigureOut">
              <a:rPr lang="en-IN" smtClean="0"/>
              <a:t>27-07-2020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FC7A01-99F5-47FF-8D42-0C106BB9B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330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E30F2-EF55-46DC-8255-EA97BA279283}" type="datetimeFigureOut">
              <a:rPr lang="en-IN" smtClean="0"/>
              <a:t>27-07-2020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FC7A01-99F5-47FF-8D42-0C106BB9B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054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Rectangle 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575" y="704850"/>
            <a:ext cx="7562850" cy="51435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E30F2-EF55-46DC-8255-EA97BA279283}" type="datetimeFigureOut">
              <a:rPr lang="en-IN" smtClean="0"/>
              <a:t>27-07-2020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6FC7A01-99F5-47FF-8D42-0C106BB9B8E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27070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2DEE30F2-EF55-46DC-8255-EA97BA279283}" type="datetimeFigureOut">
              <a:rPr lang="en-IN" smtClean="0"/>
              <a:t>27-07-2020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FC7A01-99F5-47FF-8D42-0C106BB9B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784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E30F2-EF55-46DC-8255-EA97BA279283}" type="datetimeFigureOut">
              <a:rPr lang="en-IN" smtClean="0"/>
              <a:t>27-07-2020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FC7A01-99F5-47FF-8D42-0C106BB9B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633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E30F2-EF55-46DC-8255-EA97BA279283}" type="datetimeFigureOut">
              <a:rPr lang="en-IN" smtClean="0"/>
              <a:t>27-07-2020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FC7A01-99F5-47FF-8D42-0C106BB9B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310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fld id="{2DEE30F2-EF55-46DC-8255-EA97BA279283}" type="datetimeFigureOut">
              <a:rPr lang="en-IN" smtClean="0"/>
              <a:t>27-07-2020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E6FC7A01-99F5-47FF-8D42-0C106BB9B8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419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u="sng" dirty="0" smtClean="0"/>
              <a:t>Integrity Constraints</a:t>
            </a:r>
            <a:endParaRPr lang="en-IN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98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Integrity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/>
              <a:t>Integrity constraints are a set of rules. </a:t>
            </a:r>
            <a:r>
              <a:rPr lang="en-IN" sz="2400" dirty="0" smtClean="0"/>
              <a:t>It </a:t>
            </a:r>
            <a:r>
              <a:rPr lang="en-IN" sz="2400" dirty="0"/>
              <a:t>is used to maintain the quality of information. </a:t>
            </a:r>
            <a:endParaRPr lang="en-IN" sz="2400" dirty="0" smtClean="0"/>
          </a:p>
          <a:p>
            <a:pPr algn="just"/>
            <a:r>
              <a:rPr lang="en-IN" sz="2400" dirty="0" smtClean="0"/>
              <a:t>Integrity </a:t>
            </a:r>
            <a:r>
              <a:rPr lang="en-IN" sz="2400" dirty="0"/>
              <a:t>constraints ensure that the data insertion, updating, and other processes have to be performed in such a way that data integrity is not affected. </a:t>
            </a:r>
          </a:p>
          <a:p>
            <a:pPr algn="just"/>
            <a:r>
              <a:rPr lang="en-IN" sz="2400" dirty="0" smtClean="0"/>
              <a:t>Thus</a:t>
            </a:r>
            <a:r>
              <a:rPr lang="en-IN" sz="2400" dirty="0"/>
              <a:t>, integrity constraint is used to guard against accidental damage to the database.</a:t>
            </a:r>
          </a:p>
        </p:txBody>
      </p:sp>
    </p:spTree>
    <p:extLst>
      <p:ext uri="{BB962C8B-B14F-4D97-AF65-F5344CB8AC3E}">
        <p14:creationId xmlns:p14="http://schemas.microsoft.com/office/powerpoint/2010/main" val="1742349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Domain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/>
              <a:t>Domain constraints can be defined as the definition of a valid set of values for an attribute. </a:t>
            </a:r>
          </a:p>
          <a:p>
            <a:pPr algn="just"/>
            <a:r>
              <a:rPr lang="en-IN" sz="2400" dirty="0" smtClean="0"/>
              <a:t>The </a:t>
            </a:r>
            <a:r>
              <a:rPr lang="en-IN" sz="2400" dirty="0"/>
              <a:t>data type of domain includes string, character, integer, time, date, currency, etc. The value of the attribute must be available in the corresponding domain</a:t>
            </a:r>
            <a:r>
              <a:rPr lang="en-IN" sz="2400" dirty="0" smtClean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27086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40" y="1496292"/>
            <a:ext cx="10865921" cy="386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48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Entity integrity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/>
              <a:t>The entity integrity constraint states that primary key value cannot be null. </a:t>
            </a:r>
          </a:p>
          <a:p>
            <a:pPr algn="just"/>
            <a:r>
              <a:rPr lang="en-IN" sz="2400" dirty="0" smtClean="0"/>
              <a:t>This </a:t>
            </a:r>
            <a:r>
              <a:rPr lang="en-IN" sz="2400" dirty="0"/>
              <a:t>is because the primary key value is used to identify individual rows in relation and if the primary key has a null value, then we cannot identify those rows. </a:t>
            </a:r>
          </a:p>
          <a:p>
            <a:pPr algn="just"/>
            <a:r>
              <a:rPr lang="en-IN" sz="2400" dirty="0" smtClean="0"/>
              <a:t>A </a:t>
            </a:r>
            <a:r>
              <a:rPr lang="en-IN" sz="2400" dirty="0"/>
              <a:t>table can contain a null value other than the primary key field.</a:t>
            </a:r>
          </a:p>
        </p:txBody>
      </p:sp>
    </p:spTree>
    <p:extLst>
      <p:ext uri="{BB962C8B-B14F-4D97-AF65-F5344CB8AC3E}">
        <p14:creationId xmlns:p14="http://schemas.microsoft.com/office/powerpoint/2010/main" val="4212090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35" y="1256723"/>
            <a:ext cx="10426930" cy="434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79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Referential Integrity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/>
              <a:t>A referential integrity constraint is specified between two tables.</a:t>
            </a:r>
          </a:p>
          <a:p>
            <a:pPr algn="just"/>
            <a:r>
              <a:rPr lang="en-IN" sz="2400" dirty="0" smtClean="0"/>
              <a:t>In </a:t>
            </a:r>
            <a:r>
              <a:rPr lang="en-IN" sz="2400" dirty="0"/>
              <a:t>the Referential integrity constraints, if a foreign key in Table 1 refers to </a:t>
            </a:r>
            <a:r>
              <a:rPr lang="en-IN" sz="2400" dirty="0" smtClean="0"/>
              <a:t>the Primary </a:t>
            </a:r>
            <a:r>
              <a:rPr lang="en-IN" sz="2400" dirty="0"/>
              <a:t>Key of Table 2, then every value of the Foreign Key in Table 1 must be </a:t>
            </a:r>
            <a:r>
              <a:rPr lang="en-IN" sz="2400" dirty="0" smtClean="0"/>
              <a:t>null or </a:t>
            </a:r>
            <a:r>
              <a:rPr lang="en-IN" sz="2400" dirty="0"/>
              <a:t>be available in Table 2.</a:t>
            </a:r>
          </a:p>
        </p:txBody>
      </p:sp>
    </p:spTree>
    <p:extLst>
      <p:ext uri="{BB962C8B-B14F-4D97-AF65-F5344CB8AC3E}">
        <p14:creationId xmlns:p14="http://schemas.microsoft.com/office/powerpoint/2010/main" val="2879921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150" y="360109"/>
            <a:ext cx="8077701" cy="613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261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Key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/>
              <a:t>Keys are the entity set that is used to identify an entity within its entity set uniquely.</a:t>
            </a:r>
          </a:p>
          <a:p>
            <a:pPr algn="just"/>
            <a:r>
              <a:rPr lang="en-IN" sz="2400" dirty="0" smtClean="0"/>
              <a:t>An </a:t>
            </a:r>
            <a:r>
              <a:rPr lang="en-IN" sz="2400" dirty="0"/>
              <a:t>entity set can have multiple keys, but out of which one key will be the </a:t>
            </a:r>
            <a:r>
              <a:rPr lang="en-IN" sz="2400" dirty="0" smtClean="0"/>
              <a:t>primary key</a:t>
            </a:r>
            <a:r>
              <a:rPr lang="en-IN" sz="2400" dirty="0"/>
              <a:t>. A primary key can contain a unique and null value in the relational table.</a:t>
            </a:r>
          </a:p>
        </p:txBody>
      </p:sp>
    </p:spTree>
    <p:extLst>
      <p:ext uri="{BB962C8B-B14F-4D97-AF65-F5344CB8AC3E}">
        <p14:creationId xmlns:p14="http://schemas.microsoft.com/office/powerpoint/2010/main" val="1053976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75" y="1136073"/>
            <a:ext cx="11006050" cy="458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2667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CB7F9B39126B44B7BD3B2FD680B58E" ma:contentTypeVersion="9" ma:contentTypeDescription="Create a new document." ma:contentTypeScope="" ma:versionID="695fcc8670f16edd2d6e06ac62cfa7aa">
  <xsd:schema xmlns:xsd="http://www.w3.org/2001/XMLSchema" xmlns:xs="http://www.w3.org/2001/XMLSchema" xmlns:p="http://schemas.microsoft.com/office/2006/metadata/properties" xmlns:ns2="a8a1418d-81b5-43f6-8c3e-510d562b22b4" targetNamespace="http://schemas.microsoft.com/office/2006/metadata/properties" ma:root="true" ma:fieldsID="0b8bb81026c94debfa35635f867341d7" ns2:_="">
    <xsd:import namespace="a8a1418d-81b5-43f6-8c3e-510d562b22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a1418d-81b5-43f6-8c3e-510d562b22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EA9E5AE-70A7-4F00-B0AA-AB2310B8BEE4}"/>
</file>

<file path=customXml/itemProps2.xml><?xml version="1.0" encoding="utf-8"?>
<ds:datastoreItem xmlns:ds="http://schemas.openxmlformats.org/officeDocument/2006/customXml" ds:itemID="{4CC9B749-A44A-4758-8DB9-324B9BC4D261}"/>
</file>

<file path=customXml/itemProps3.xml><?xml version="1.0" encoding="utf-8"?>
<ds:datastoreItem xmlns:ds="http://schemas.openxmlformats.org/officeDocument/2006/customXml" ds:itemID="{8EA08281-CD4A-4D8D-A3FA-FE33D5B67CC5}"/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9</TotalTime>
  <Words>290</Words>
  <Application>Microsoft Office PowerPoint</Application>
  <PresentationFormat>Widescreen</PresentationFormat>
  <Paragraphs>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Savon</vt:lpstr>
      <vt:lpstr>Integrity Constraints</vt:lpstr>
      <vt:lpstr>Integrity Constraints</vt:lpstr>
      <vt:lpstr>Domain constraints</vt:lpstr>
      <vt:lpstr>PowerPoint Presentation</vt:lpstr>
      <vt:lpstr>Entity integrity constraints</vt:lpstr>
      <vt:lpstr>PowerPoint Presentation</vt:lpstr>
      <vt:lpstr>Referential Integrity Constraints</vt:lpstr>
      <vt:lpstr>PowerPoint Presentation</vt:lpstr>
      <vt:lpstr>Key constraints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Integrity Constraints</dc:title>
  <dc:creator>JOY KEREN</dc:creator>
  <cp:lastModifiedBy>JOY KEREN</cp:lastModifiedBy>
  <cp:revision>1</cp:revision>
  <dcterms:created xsi:type="dcterms:W3CDTF">2020-07-27T04:10:43Z</dcterms:created>
  <dcterms:modified xsi:type="dcterms:W3CDTF">2020-07-27T04:20:04Z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0x01010061CB7F9B39126B44B7BD3B2FD680B58E</vt:lpwstr>
  </property>
</Properties>
</file>